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347472"/>
            <a:ext cx="1783080" cy="3200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3474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MÓDULO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9601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Canary CI/CD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347472" y="2194560"/>
            <a:ext cx="4572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331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+ Tekton + Argo CD + Observabilidad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2834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integral: deploy progresivo con retroalimentación completa en Kubernetes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364992"/>
            <a:ext cx="1353312" cy="274320"/>
          </a:xfrm>
          <a:prstGeom prst="rect">
            <a:avLst/>
          </a:prstGeom>
          <a:solidFill>
            <a:srgbClr val="00D4AA">
              <a:alpha val="3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364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Tekton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10512" y="3364992"/>
            <a:ext cx="1353312" cy="274320"/>
          </a:xfrm>
          <a:prstGeom prst="rect">
            <a:avLst/>
          </a:prstGeom>
          <a:solidFill>
            <a:srgbClr val="7B68EE">
              <a:alpha val="35000"/>
            </a:srgbClr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3364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Argo CD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552" y="3364992"/>
            <a:ext cx="1353312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3364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Linkerd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36592" y="3364992"/>
            <a:ext cx="1353312" cy="274320"/>
          </a:xfrm>
          <a:prstGeom prst="rect">
            <a:avLst/>
          </a:prstGeom>
          <a:solidFill>
            <a:srgbClr val="E06C00">
              <a:alpha val="35000"/>
            </a:srgbClr>
          </a:solidFill>
          <a:ln w="12700">
            <a:solidFill>
              <a:srgbClr val="E06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3364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Prometheus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3364992"/>
            <a:ext cx="1353312" cy="274320"/>
          </a:xfrm>
          <a:prstGeom prst="rect">
            <a:avLst/>
          </a:prstGeom>
          <a:solidFill>
            <a:srgbClr val="F99B45">
              <a:alpha val="35000"/>
            </a:srgbClr>
          </a:solidFill>
          <a:ln w="12700">
            <a:solidFill>
              <a:srgbClr val="F99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3364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Loki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62672" y="3364992"/>
            <a:ext cx="1353312" cy="274320"/>
          </a:xfrm>
          <a:prstGeom prst="rect">
            <a:avLst/>
          </a:prstGeom>
          <a:solidFill>
            <a:srgbClr val="F46800">
              <a:alpha val="35000"/>
            </a:srgbClr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3364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Grafana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DevOps 2026  •  Módulo 20 de 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941832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41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Canary Deployment?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deploy progresivo basado en réplicas — sin SMI/TrafficSplit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1517904"/>
            <a:ext cx="7955280" cy="91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746504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7190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199339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 · Argo CD · Linkerd · Prometheus · Loki · Grafana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2322576"/>
            <a:ext cx="7955280" cy="91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551176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5237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GitOps Completo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279806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GitHub → Tekton → Argo CD → Kubernetes → GitHub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3127248"/>
            <a:ext cx="7955280" cy="91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3355848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3284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del Canary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360273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10% → 50% → 100% → Rollback de emergencia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3931920"/>
            <a:ext cx="7955280" cy="91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4160520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1330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44074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logs y dashboard Grafana del split de tráfico en tiempo real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Canary Deployment?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deploy progresivo que envía un pequeño porcentaje del tráfico a la nueva versión antes de migrar completamente.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4023360" cy="53035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64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Reduce el riesgo — solo X% de usuarios ve la nueva versión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023360" cy="53035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3225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Compara métricas v1 vs v2 en producción real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44368"/>
            <a:ext cx="4023360" cy="53035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809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Rollback instantáneo: escalar réplicas canary a 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602736"/>
            <a:ext cx="4023360" cy="53035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639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GitOps: el estado deseado vive en Git, no en scripts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por Réplicas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36592" y="1234440"/>
            <a:ext cx="566928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6592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76672" y="1234440"/>
            <a:ext cx="566928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76672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6752" y="1234440"/>
            <a:ext cx="566928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16752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56832" y="1234440"/>
            <a:ext cx="566928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56832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96912" y="1234440"/>
            <a:ext cx="566928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96912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36592" y="1874520"/>
            <a:ext cx="566928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659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76672" y="1874520"/>
            <a:ext cx="566928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7667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16752" y="1874520"/>
            <a:ext cx="566928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1675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56832" y="1874520"/>
            <a:ext cx="566928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5683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96912" y="1874520"/>
            <a:ext cx="566928" cy="566928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9691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2743200"/>
            <a:ext cx="164592" cy="1645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7249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stable  →  90%  (9 réplicas)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2999232"/>
            <a:ext cx="164592" cy="164592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29809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canary  →  10%  (1 réplica)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3337560"/>
            <a:ext cx="4114800" cy="566928"/>
          </a:xfrm>
          <a:prstGeom prst="rect">
            <a:avLst/>
          </a:prstGeom>
          <a:solidFill>
            <a:srgbClr val="0F203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3832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canary = canary_replicas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 (stable + canary) × 100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4005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SMI / TrafficSplit — solo kubectl scale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1938528"/>
          </a:xfrm>
          <a:prstGeom prst="rect">
            <a:avLst/>
          </a:prstGeom>
          <a:solidFill>
            <a:srgbClr val="1A2F45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Tekton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1417320" cy="228600"/>
          </a:xfrm>
          <a:prstGeom prst="rect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533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 Pipeline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→ validate → update-canary → git push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declarativas en YAML. Workspace NFS compartido.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822960"/>
            <a:ext cx="2743200" cy="1938528"/>
          </a:xfrm>
          <a:prstGeom prst="rect">
            <a:avLst/>
          </a:prstGeom>
          <a:solidFill>
            <a:srgbClr val="1A2F45"/>
          </a:solidFill>
          <a:ln w="19050">
            <a:solidFill>
              <a:srgbClr val="7B6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822960"/>
            <a:ext cx="2743200" cy="6400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 Argo CD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19272" y="1353312"/>
            <a:ext cx="1417320" cy="228600"/>
          </a:xfrm>
          <a:prstGeom prst="rect">
            <a:avLst/>
          </a:prstGeom>
          <a:solidFill>
            <a:srgbClr val="7B68EE">
              <a:alpha val="40000"/>
            </a:srgbClr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3533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GitOps Sync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9272" y="1700784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cambios en GitHub y sincroniza el cluster.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+ prune + selfHeal. Polling cada 3 min.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81344" y="822960"/>
            <a:ext cx="2743200" cy="1938528"/>
          </a:xfrm>
          <a:prstGeom prst="rect">
            <a:avLst/>
          </a:prstGeom>
          <a:solidFill>
            <a:srgbClr val="1A2F45"/>
          </a:solidFill>
          <a:ln w="1905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822960"/>
            <a:ext cx="274320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🕸️  Linkerd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72784" y="1353312"/>
            <a:ext cx="1417320" cy="228600"/>
          </a:xfrm>
          <a:prstGeom prst="rect">
            <a:avLst/>
          </a:prstGeom>
          <a:solidFill>
            <a:srgbClr val="2E86AB">
              <a:alpha val="4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3533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 Mesh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72784" y="1700784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automático. Sidecar 2/2 en cada pod.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L7: request rate, latencia, success rate.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2743200" cy="1938528"/>
          </a:xfrm>
          <a:prstGeom prst="rect">
            <a:avLst/>
          </a:prstGeom>
          <a:solidFill>
            <a:srgbClr val="1A2F45"/>
          </a:solidFill>
          <a:ln w="19050">
            <a:solidFill>
              <a:srgbClr val="E06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07792"/>
            <a:ext cx="2743200" cy="64008"/>
          </a:xfrm>
          <a:prstGeom prst="rect">
            <a:avLst/>
          </a:prstGeom>
          <a:solidFill>
            <a:srgbClr val="E06C00"/>
          </a:solidFill>
          <a:ln w="12700">
            <a:solidFill>
              <a:srgbClr val="E06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Prometheus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65760" y="3438144"/>
            <a:ext cx="1417320" cy="228600"/>
          </a:xfrm>
          <a:prstGeom prst="rect">
            <a:avLst/>
          </a:prstGeom>
          <a:solidFill>
            <a:srgbClr val="E06C00">
              <a:alpha val="40000"/>
            </a:srgbClr>
          </a:solidFill>
          <a:ln w="12700">
            <a:solidFill>
              <a:srgbClr val="E06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38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Métricas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785616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de kube-state-metrics + Linkerd proxy.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rules: canary:traffic_percentage.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27832" y="2907792"/>
            <a:ext cx="2743200" cy="1938528"/>
          </a:xfrm>
          <a:prstGeom prst="rect">
            <a:avLst/>
          </a:prstGeom>
          <a:solidFill>
            <a:srgbClr val="1A2F45"/>
          </a:solidFill>
          <a:ln w="19050">
            <a:solidFill>
              <a:srgbClr val="F99B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27832" y="2907792"/>
            <a:ext cx="2743200" cy="64008"/>
          </a:xfrm>
          <a:prstGeom prst="rect">
            <a:avLst/>
          </a:prstGeom>
          <a:solidFill>
            <a:srgbClr val="F99B45"/>
          </a:solidFill>
          <a:ln w="12700">
            <a:solidFill>
              <a:srgbClr val="F99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Loki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319272" y="3438144"/>
            <a:ext cx="1417320" cy="228600"/>
          </a:xfrm>
          <a:prstGeom prst="rect">
            <a:avLst/>
          </a:prstGeom>
          <a:solidFill>
            <a:srgbClr val="F99B45">
              <a:alpha val="40000"/>
            </a:srgbClr>
          </a:solidFill>
          <a:ln w="12700">
            <a:solidFill>
              <a:srgbClr val="F9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3438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9272" y="3785616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 como DaemonSet en cada nodo.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LogQL para filtrar por namespace, version, app.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81344" y="2907792"/>
            <a:ext cx="2743200" cy="1938528"/>
          </a:xfrm>
          <a:prstGeom prst="rect">
            <a:avLst/>
          </a:prstGeom>
          <a:solidFill>
            <a:srgbClr val="1A2F45"/>
          </a:solidFill>
          <a:ln w="19050">
            <a:solidFill>
              <a:srgbClr val="F46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81344" y="2907792"/>
            <a:ext cx="2743200" cy="64008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 Grafana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272784" y="3438144"/>
            <a:ext cx="1417320" cy="228600"/>
          </a:xfrm>
          <a:prstGeom prst="rect">
            <a:avLst/>
          </a:prstGeom>
          <a:solidFill>
            <a:srgbClr val="F46800">
              <a:alpha val="40000"/>
            </a:srgbClr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3438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72784" y="3785616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unificado: split %, réplicas, logs.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paneles importables desde JSON.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 GitOps Completo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1005840"/>
            <a:ext cx="4114800" cy="36576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4747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GitOps Loop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77724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8321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1795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2011680" cy="65836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8836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Argo CD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3657600"/>
            <a:ext cx="201168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37124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40599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canary-demo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657600"/>
            <a:ext cx="2011680" cy="6583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37124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Tekton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828800"/>
            <a:ext cx="201168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18836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 / Scripts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/ rollback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10972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26974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54680" y="3246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Tekton CI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2798064" cy="4133088"/>
          </a:xfrm>
          <a:prstGeom prst="rect">
            <a:avLst/>
          </a:prstGeom>
          <a:solidFill>
            <a:srgbClr val="1A2F45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2798064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3312" y="932688"/>
            <a:ext cx="603504" cy="60350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9326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62763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canary-clone-task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9751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 el repositorio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2313432"/>
            <a:ext cx="2432304" cy="18288"/>
          </a:xfrm>
          <a:prstGeom prst="rect">
            <a:avLst/>
          </a:prstGeom>
          <a:solidFill>
            <a:srgbClr val="00D4AA">
              <a:alpha val="45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688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alpine/git:2.43.0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01752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-mindepth 1 -maxdepth 1 -exec rm -rf (limpia .git)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356616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--depth=1 --branch main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411480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-R 777 (permisos NFS para siguientes tasks)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72384" y="2834640"/>
            <a:ext cx="128016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804672"/>
            <a:ext cx="2798064" cy="4133088"/>
          </a:xfrm>
          <a:prstGeom prst="rect">
            <a:avLst/>
          </a:prstGeom>
          <a:solidFill>
            <a:srgbClr val="1A2F45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804672"/>
            <a:ext cx="2798064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932688"/>
            <a:ext cx="603504" cy="6035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9326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162763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canary-validate-task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19751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los manifests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01568" y="2313432"/>
            <a:ext cx="2432304" cy="18288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24688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alpine:3.19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46704" y="301752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7 archivos YAML existen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46704" y="356616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apiVersion en cada uno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46704" y="411480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replicas canary actuales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2834640"/>
            <a:ext cx="128016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1344" y="804672"/>
            <a:ext cx="2798064" cy="4133088"/>
          </a:xfrm>
          <a:prstGeom prst="rect">
            <a:avLst/>
          </a:prstGeom>
          <a:solidFill>
            <a:srgbClr val="1A2F45"/>
          </a:solidFill>
          <a:ln w="19050">
            <a:solidFill>
              <a:srgbClr val="7B6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81344" y="804672"/>
            <a:ext cx="2798064" cy="6400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78624" y="932688"/>
            <a:ext cx="603504" cy="603504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9326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72784" y="162763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canary-update-manifest-task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72784" y="19751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+ git push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64224" y="2313432"/>
            <a:ext cx="2432304" cy="18288"/>
          </a:xfrm>
          <a:prstGeom prst="rect">
            <a:avLst/>
          </a:prstGeom>
          <a:solidFill>
            <a:srgbClr val="7B68EE">
              <a:alpha val="45000"/>
            </a:srgbClr>
          </a:solidFill>
          <a:ln w="12700">
            <a:solidFill>
              <a:srgbClr val="7B68EE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4688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-i → replicas: 0 → N (mismo fs, no cross-copy)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9360" y="301752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config core.fileMode false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356616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+ push a GitHub con PAT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09360" y="411480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 detecta el cambio en ~3 min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56032" y="4700016"/>
            <a:ext cx="8631936" cy="30175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4709160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 clone ✅  validate ✅  update-canary ✅   — Pipeline completado en ~10 segundos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Fases del Canary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27432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2798064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0467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 — 10%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675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5022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8370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1717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5064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8411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81758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5106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08453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837944"/>
            <a:ext cx="2798064" cy="329184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188366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v1: 90%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55064" y="188366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v2: 10%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2203704"/>
            <a:ext cx="2798064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49424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stable=9  canary=1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25968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 por: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281635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 pipeline → git push → Argo CD sync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" y="3255264"/>
            <a:ext cx="2688336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918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create -f tekton/08-pipelinerun.yaml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" y="371246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bash scripts/watch-traffic.sh 100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72384" y="1371600"/>
            <a:ext cx="109728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8688" y="804672"/>
            <a:ext cx="279806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18688" y="80467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2 — 50%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00984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4331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27678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91026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54373" y="1261872"/>
            <a:ext cx="226771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81067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44414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07762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71109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8688" y="1837944"/>
            <a:ext cx="2798064" cy="329184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64408" y="188366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v1: 50%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17720" y="188366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v2: 50%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18688" y="2203704"/>
            <a:ext cx="2798064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18688" y="2249424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stable=5  canary=5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10128" y="25968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 por: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10128" y="281635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promote-10-to-50.sh  (kubectl scale)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73552" y="3255264"/>
            <a:ext cx="2688336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28416" y="32918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scripts/promote-10-to-50.sh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10128" y="371246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bash scripts/watch-traffic.sh 100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35040" y="1371600"/>
            <a:ext cx="109728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81344" y="804672"/>
            <a:ext cx="2798064" cy="384048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81344" y="80467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3 — 100%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263640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26987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90334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53682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17029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0376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43723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07070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70418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33765" y="1261872"/>
            <a:ext cx="226771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81344" y="1837944"/>
            <a:ext cx="2798064" cy="329184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27064" y="188366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v1: 0%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580376" y="188366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v2: 100%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181344" y="2203704"/>
            <a:ext cx="2798064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81344" y="2249424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stable=0  canary=10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272784" y="25968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 por: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72784" y="281635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promote-50-to-100.sh  (kubectl scale)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36208" y="3255264"/>
            <a:ext cx="2688336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91072" y="32918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scripts/promote-50-to-100.sh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272784" y="371246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bash scripts/watch-traffic.sh 100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453C">
              <a:alpha val="80000"/>
            </a:srgbClr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 ROLLBACK DE EMERGENCIA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438912"/>
          </a:xfrm>
          <a:prstGeom prst="rect">
            <a:avLst/>
          </a:prstGeom>
          <a:solidFill>
            <a:srgbClr val="0F2030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0525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v2 tiene un bug crítico — error rate &gt; 5% — necesito volver a v1 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35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rollback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64792"/>
            <a:ext cx="3931920" cy="3383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830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webapp-canary    10/10  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167128"/>
            <a:ext cx="3931920" cy="3383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854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webapp-stable      0/0  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569464"/>
            <a:ext cx="3931920" cy="3383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877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Tráfico: 100% v2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25112" y="2148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92040" y="1435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rollback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1764792"/>
            <a:ext cx="3931920" cy="3383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7830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webapp-canary      0/0  ⬛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2167128"/>
            <a:ext cx="3931920" cy="3383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1854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webapp-stable      9/9  🟦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2569464"/>
            <a:ext cx="3931920" cy="338328"/>
          </a:xfrm>
          <a:prstGeom prst="rect">
            <a:avLst/>
          </a:prstGeom>
          <a:solidFill>
            <a:srgbClr val="1A2F45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5877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2C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Tráfico: 100% v1  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127248"/>
            <a:ext cx="8503920" cy="475488"/>
          </a:xfrm>
          <a:prstGeom prst="rect">
            <a:avLst/>
          </a:prstGeom>
          <a:solidFill>
            <a:srgbClr val="0F2030"/>
          </a:solidFill>
          <a:ln w="19050">
            <a:solidFill>
              <a:srgbClr val="E845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82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4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scripts/rollback.sh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" y="3776472"/>
            <a:ext cx="201168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3794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004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rollback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68880" y="3776472"/>
            <a:ext cx="201168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68880" y="3794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46888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 canary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776472"/>
            <a:ext cx="201168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17720" y="3794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1772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 stable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3776472"/>
            <a:ext cx="201168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66560" y="3794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76656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a v1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Observabilidad del Canary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27432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2798064" cy="4133088"/>
          </a:xfrm>
          <a:prstGeom prst="rect">
            <a:avLst/>
          </a:prstGeom>
          <a:solidFill>
            <a:srgbClr val="1A2F45"/>
          </a:solidFill>
          <a:ln w="19050">
            <a:solidFill>
              <a:srgbClr val="E06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2798064" cy="64008"/>
          </a:xfrm>
          <a:prstGeom prst="rect">
            <a:avLst/>
          </a:prstGeom>
          <a:solidFill>
            <a:srgbClr val="E06C00"/>
          </a:solidFill>
          <a:ln w="12700">
            <a:solidFill>
              <a:srgbClr val="E06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144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Prometheus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1353312"/>
            <a:ext cx="1280160" cy="219456"/>
          </a:xfrm>
          <a:prstGeom prst="rect">
            <a:avLst/>
          </a:prstGeom>
          <a:solidFill>
            <a:srgbClr val="E06C00">
              <a:alpha val="40000"/>
            </a:srgbClr>
          </a:solidFill>
          <a:ln w="12700">
            <a:solidFill>
              <a:srgbClr val="E06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533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700784"/>
            <a:ext cx="2615184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71907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kube_deployment_spec_replicas{namespace="canary-demo"}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103120"/>
            <a:ext cx="2615184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12140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sum(rate(request_total{ns="canary-demo"}[1m])) by (deployment)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2505456"/>
            <a:ext cx="2615184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5237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canary:traffic_percentage  (recording rule)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295351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Grafana: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323697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Gauge: % tráfico canary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367588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series: réplicas por fase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411480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por version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18688" y="804672"/>
            <a:ext cx="2798064" cy="4133088"/>
          </a:xfrm>
          <a:prstGeom prst="rect">
            <a:avLst/>
          </a:prstGeom>
          <a:solidFill>
            <a:srgbClr val="1A2F45"/>
          </a:solidFill>
          <a:ln w="19050">
            <a:solidFill>
              <a:srgbClr val="F99B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804672"/>
            <a:ext cx="2798064" cy="64008"/>
          </a:xfrm>
          <a:prstGeom prst="rect">
            <a:avLst/>
          </a:prstGeom>
          <a:solidFill>
            <a:srgbClr val="F99B45"/>
          </a:solidFill>
          <a:ln w="12700">
            <a:solidFill>
              <a:srgbClr val="F9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9144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Loki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10128" y="1353312"/>
            <a:ext cx="1280160" cy="219456"/>
          </a:xfrm>
          <a:prstGeom prst="rect">
            <a:avLst/>
          </a:prstGeom>
          <a:solidFill>
            <a:srgbClr val="F99B45">
              <a:alpha val="40000"/>
            </a:srgbClr>
          </a:solidFill>
          <a:ln w="12700">
            <a:solidFill>
              <a:srgbClr val="F99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13533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1700784"/>
            <a:ext cx="2615184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171907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{namespace="canary-demo", version="canary"}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10128" y="2103120"/>
            <a:ext cx="2615184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212140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{namespace="canary-demo", version="stable"}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10128" y="2505456"/>
            <a:ext cx="2615184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25237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{namespace="canary-demo", app="load-generator"}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10128" y="295351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Grafana: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10128" y="323697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v2 en tiempo real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10128" y="367588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v1 side-by-side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0128" y="411480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del load-generator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81344" y="804672"/>
            <a:ext cx="2798064" cy="4133088"/>
          </a:xfrm>
          <a:prstGeom prst="rect">
            <a:avLst/>
          </a:prstGeom>
          <a:solidFill>
            <a:srgbClr val="1A2F45"/>
          </a:solidFill>
          <a:ln w="19050">
            <a:solidFill>
              <a:srgbClr val="F46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81344" y="804672"/>
            <a:ext cx="2798064" cy="64008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9144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 Grafana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272784" y="1353312"/>
            <a:ext cx="1280160" cy="219456"/>
          </a:xfrm>
          <a:prstGeom prst="rect">
            <a:avLst/>
          </a:prstGeom>
          <a:solidFill>
            <a:srgbClr val="F46800">
              <a:alpha val="40000"/>
            </a:srgbClr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13533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Queries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72784" y="1700784"/>
            <a:ext cx="2615184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8504" y="171907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http://192.168.109.200:30093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72784" y="2103120"/>
            <a:ext cx="2615184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8504" y="212140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Importar: 03-grafana-dashboard-canary.json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72784" y="2505456"/>
            <a:ext cx="2615184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8504" y="25237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paneles: gauge, timeseries, logs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72784" y="295351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Grafana: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72784" y="323697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split 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72784" y="367588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P50 / P99 (Linkerd)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72784" y="411480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simultáneos v1 vs v2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del Ejercicio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1152144" cy="3017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80467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804672"/>
            <a:ext cx="2432304" cy="3017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63624" y="804672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804672"/>
            <a:ext cx="2249424" cy="3017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32504" y="804672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804672"/>
            <a:ext cx="2569464" cy="3017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504" y="804672"/>
            <a:ext cx="2478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Tráfico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143000"/>
            <a:ext cx="115214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143000"/>
            <a:ext cx="50292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161288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08760" y="1143000"/>
            <a:ext cx="243230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63624" y="1161288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 sync → GitHub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1143000"/>
            <a:ext cx="224942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32504" y="1161288"/>
            <a:ext cx="21214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webapp-stable 9/9 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143000"/>
            <a:ext cx="256946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161288"/>
            <a:ext cx="24414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v1  /  0% v2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1709928"/>
            <a:ext cx="1152144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1709928"/>
            <a:ext cx="50292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728216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08760" y="1709928"/>
            <a:ext cx="2432304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63624" y="1728216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 pipeline completo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77640" y="1709928"/>
            <a:ext cx="2249424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32504" y="1728216"/>
            <a:ext cx="21214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webapp-canary 1/1 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1709928"/>
            <a:ext cx="2569464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1728216"/>
            <a:ext cx="24414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90% v1  / 10% v2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2276856"/>
            <a:ext cx="115214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276856"/>
            <a:ext cx="50292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95144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08760" y="2276856"/>
            <a:ext cx="243230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63624" y="2295144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promote-10-to-50.sh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77640" y="2276856"/>
            <a:ext cx="224942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32504" y="2295144"/>
            <a:ext cx="21214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stable=5, canary=5 ✅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2276856"/>
            <a:ext cx="256946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2295144"/>
            <a:ext cx="24414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50% v1  / 50% v2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2843784"/>
            <a:ext cx="1152144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2843784"/>
            <a:ext cx="50292" cy="50292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286207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2C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508760" y="2843784"/>
            <a:ext cx="2432304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63624" y="2862072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promote-50-to-100.sh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77640" y="2843784"/>
            <a:ext cx="2249424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32504" y="2862072"/>
            <a:ext cx="21214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stable=0, canary=10 ✅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2843784"/>
            <a:ext cx="2569464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8504" y="2862072"/>
            <a:ext cx="24414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0% v1  /100% v2 🟩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0040" y="3410712"/>
            <a:ext cx="115214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3410712"/>
            <a:ext cx="50292" cy="5029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3429000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Rollback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508760" y="3410712"/>
            <a:ext cx="243230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63624" y="3429000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rollback.sh  (~15 seg)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977640" y="3410712"/>
            <a:ext cx="224942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32504" y="3429000"/>
            <a:ext cx="21214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stable=9, canary=0 ✅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63640" y="3410712"/>
            <a:ext cx="2569464" cy="50292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18504" y="3429000"/>
            <a:ext cx="24414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v1  /  0% v2 🟦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0040" y="4160520"/>
            <a:ext cx="2011680" cy="804672"/>
          </a:xfrm>
          <a:prstGeom prst="rect">
            <a:avLst/>
          </a:prstGeom>
          <a:solidFill>
            <a:srgbClr val="1A2F45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20040" y="4178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320040" y="4636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Tekton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468880" y="4160520"/>
            <a:ext cx="2011680" cy="804672"/>
          </a:xfrm>
          <a:prstGeom prst="rect">
            <a:avLst/>
          </a:prstGeom>
          <a:solidFill>
            <a:srgbClr val="1A2F45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2468880" y="4178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~10s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2468880" y="4636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total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17720" y="4160520"/>
            <a:ext cx="2011680" cy="804672"/>
          </a:xfrm>
          <a:prstGeom prst="rect">
            <a:avLst/>
          </a:prstGeom>
          <a:solidFill>
            <a:srgbClr val="1A2F45"/>
          </a:solidFill>
          <a:ln w="127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617720" y="4178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~15s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617720" y="4636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total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766560" y="4160520"/>
            <a:ext cx="2011680" cy="804672"/>
          </a:xfrm>
          <a:prstGeom prst="rect">
            <a:avLst/>
          </a:prstGeom>
          <a:solidFill>
            <a:srgbClr val="1A2F45"/>
          </a:solidFill>
          <a:ln w="12700">
            <a:solidFill>
              <a:srgbClr val="52C4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766560" y="4178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2C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6766560" y="4636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cubiertas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50392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" y="941832"/>
            <a:ext cx="420624" cy="420624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941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9052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es la fuente de verdad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17957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define el estado deseado. Argo CD reconcilia. El cluster SIEMPRE converge al repositorio.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1508760"/>
            <a:ext cx="7955280" cy="91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" y="1636776"/>
            <a:ext cx="420624" cy="420624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⚙️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1600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Tekton: CI sin magia, solo YAML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1874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declarativas y auditables. clone → validate → update: transparente y reproducible.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2203704"/>
            <a:ext cx="7955280" cy="91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" y="2331720"/>
            <a:ext cx="420624" cy="420624"/>
          </a:xfrm>
          <a:prstGeom prst="ellipse">
            <a:avLst/>
          </a:prstGeom>
          <a:solidFill>
            <a:srgbClr val="52C41A">
              <a:alpha val="25000"/>
            </a:srgbClr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" y="22951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= deploy con red de seguridad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25694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X% de usuarios ve la nueva versión. Errores detectados antes de impactar al 100%.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" y="2898648"/>
            <a:ext cx="7955280" cy="91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" y="3026664"/>
            <a:ext cx="420624" cy="420624"/>
          </a:xfrm>
          <a:prstGeom prst="ellipse">
            <a:avLst/>
          </a:prstGeom>
          <a:solidFill>
            <a:srgbClr val="E8453C">
              <a:alpha val="25000"/>
            </a:srgbClr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🚨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1248" y="29900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en segundos, no en horas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32644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scale a 0 réplicas canary. Sin downtime. Sin ceremonias. Automatable con scripts.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3593592"/>
            <a:ext cx="7955280" cy="91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" y="3721608"/>
            <a:ext cx="420624" cy="420624"/>
          </a:xfrm>
          <a:prstGeom prst="ellipse">
            <a:avLst/>
          </a:prstGeom>
          <a:solidFill>
            <a:srgbClr val="F46800">
              <a:alpha val="25000"/>
            </a:srgbClr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👁️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1248" y="36850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cierra el loop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39593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Loki + Grafana: métricas, logs y split de tráfico en tiempo real.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54456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DevOps 2026  •  Módulo 20: Canary CI/CD  •  Ejercicio Integral Completado ✅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20: Canary CI/CD — GitOps + Tekton + Argo CD</dc:title>
  <dc:subject>PptxGenJS Presentation</dc:subject>
  <dc:creator>Kubernetes DevOps Class 2026</dc:creator>
  <cp:lastModifiedBy>Kubernetes DevOps Class 2026</cp:lastModifiedBy>
  <cp:revision>1</cp:revision>
  <dcterms:created xsi:type="dcterms:W3CDTF">2026-03-11T22:14:21Z</dcterms:created>
  <dcterms:modified xsi:type="dcterms:W3CDTF">2026-03-11T22:14:21Z</dcterms:modified>
</cp:coreProperties>
</file>