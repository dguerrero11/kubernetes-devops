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673352" cy="1188720"/>
          </a:xfrm>
          <a:prstGeom prst="rtTriangl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DevSecOps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 en cada etapa del ciclo de vida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Infraestructura en TI  •  Facultad de Ingeniería UNAM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1645920"/>
            <a:ext cx="2103120" cy="7315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/ 2 hrs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6080760"/>
            <a:ext cx="13716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19072" y="6080760"/>
            <a:ext cx="137160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3824" y="6080760"/>
            <a:ext cx="13716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6080760"/>
            <a:ext cx="13716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3328" y="6080760"/>
            <a:ext cx="137160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6080760"/>
            <a:ext cx="13716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42832" y="6080760"/>
            <a:ext cx="1371600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2832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87584" y="6080760"/>
            <a:ext cx="137160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7584" y="6080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Seguridad que no frena al equipo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A2F47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3474720" cy="6400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entrega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funcional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rápida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100584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A2F47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05840"/>
            <a:ext cx="347472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005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43400" y="17830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desde el diseño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como parche final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00584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A2F47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005840"/>
            <a:ext cx="3474720" cy="640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005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75320" y="17830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estable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rápida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Shift Left Security  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" y="4572000"/>
            <a:ext cx="11704320" cy="5943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5720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costo de corregir una vulnerabilidad en produccion es 100x mayor que detectarla en BUILD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DevSecOps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175564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43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YAML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79592" y="175564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43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14232" y="175564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10058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1143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Deploy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44952" y="353872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7889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3474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+ RBAC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79592" y="353872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3474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14232" y="3538728"/>
            <a:ext cx="12801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27889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2471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961120" y="3474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Loki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" y="448056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etapas del ciclo de vida — seguridad en cada una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infraestructura de trabajo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A2F47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1005840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k8s-master01  |  192.168.109.200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 9.6  |  K8s v1.28.15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A2F47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194560"/>
            <a:ext cx="1005840" cy="10058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194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k8s-worker01  |  192.168.109.201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338328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A2F47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383280"/>
            <a:ext cx="1005840" cy="10058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83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k8s-worker02  |  192.168.109.202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00584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0058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00584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0058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0" y="100584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10058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182880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18320" y="182880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265176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651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CNI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265176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651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109.210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291840"/>
            <a:ext cx="640080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Grafana:  http://192.168.109.200:30093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Tekton:   http://192.168.109.200:30094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Argo CD:  http://192.168.109.200:30095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CNI: Calico  |  Runtime: containerd 1.7.28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— Ciclo DevSecOps Basico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182880"/>
            <a:ext cx="2286000" cy="5486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82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90 minutos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9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9144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60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3090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3774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560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3090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560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5040" y="3090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23774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71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560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9680" y="3090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min buffer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4160520"/>
            <a:ext cx="11704320" cy="1097280"/>
          </a:xfrm>
          <a:prstGeom prst="roundRect">
            <a:avLst>
              <a:gd name="adj" fmla="val 8333"/>
            </a:avLst>
          </a:prstGeom>
          <a:solidFill>
            <a:srgbClr val="1A2F47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5196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Vivir las 8 etapas DevSecOps en un solo ejercicio continuo: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detectar una vulnerabilidad hasta verla alertada en Grafana y Loki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CODE — Identificar el problema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566928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5 min  |  Threat Modeling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566928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nginx:latest      # ❌ tag flotante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privileged: true         # ❌ root + privilegiado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readOnlyRootFilesystem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runAsNonRoot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requests/limits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NetworkPolicy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4572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¿Cuántos problemas encuentras en 3 minutos?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576072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9601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5 min  |  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7276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Tag :latest — imagen no reproducible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7568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privileged: true — acceso total al host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57860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SecurityContext — corre como root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08152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recursos definidos — DoS potencial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58444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NetworkPolicy — tráfico libre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069080"/>
            <a:ext cx="5760720" cy="438912"/>
          </a:xfrm>
          <a:prstGeom prst="roundRect">
            <a:avLst>
              <a:gd name="adj" fmla="val 12500"/>
            </a:avLst>
          </a:prstGeom>
          <a:solidFill>
            <a:srgbClr val="1A2F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08736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ServiceAccount — permisos heredados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Escaneo de imagen con Trivy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59436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Trivy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-sfL https://raw.githubusercontent.com/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aquasecurity/trivy/main/contrib/install.sh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sh -s -- -b /usr/local/bin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Escanear imagen insegura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--severity CRITICAL,HIGH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nginx:1.25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Comparar con imagen segura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--severity CRITICAL,HIGH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nginxinc/nginx-unprivileged:1.25-alpine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960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2D0A0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nginx:1.25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CRITICAL: 12  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HIGH:     47  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0A2D0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nginxinc/nginx-unprivileged:1.25-alpine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4015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CRITICAL:  0  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HIGH:      3  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5349240"/>
            <a:ext cx="11704320" cy="640080"/>
          </a:xfrm>
          <a:prstGeom prst="roundRect">
            <a:avLst>
              <a:gd name="adj" fmla="val 14286"/>
            </a:avLst>
          </a:prstGeom>
          <a:solidFill>
            <a:srgbClr val="1A2F47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3492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imagen base correcta elimina el 90% de las vulnerabilidades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PSA en accion: deploy inseguro rechazado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576072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577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Namespace con PSA baseline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devsecops-demo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namespace devsecops-demo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pod-security.kubernetes.io/enforce=baseline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pod-security.kubernetes.io/warn=restricted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Intentar desplegar app insegura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app-insegura.yaml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devsecops-demo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5669280" cy="3474720"/>
          </a:xfrm>
          <a:prstGeom prst="rect">
            <a:avLst/>
          </a:prstGeom>
          <a:solidFill>
            <a:srgbClr val="1A0A0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09728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from server (Forbidden):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 "webapp-insegura" is forbidden: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violates PodSecurity "baseline:latest":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 (container "webapp" must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set securityContext.privileged=true)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5029200"/>
            <a:ext cx="1170432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502920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 cluster rechaza automaticamente pods inseguros — sin necesidad de herramientas adicionales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— Corregir y desplegar la version segura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576072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runAsNonRoot: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runAsUser: 101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fsGroup: 101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webapp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nginxinc/nginx-unprivileged:1.25-alpine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"64Mi"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"50m"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"128Mi"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"100m"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6692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17320"/>
            <a:ext cx="5486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securityContext: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allowPrivilegeEscalation: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readOnlyRootFilesystem: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capabilities: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drop: ["ALL"]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volumeMounts: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tmp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mountPath: /tmp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mountPath: /var/cache/nginx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run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mountPath: /var/run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5394960"/>
            <a:ext cx="11704320" cy="594360"/>
          </a:xfrm>
          <a:prstGeom prst="roundRect">
            <a:avLst>
              <a:gd name="adj" fmla="val 15385"/>
            </a:avLst>
          </a:prstGeom>
          <a:solidFill>
            <a:srgbClr val="1A2F47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539496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nginxinc/nginx-unprivileged corre como UID 101 — nunca como root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NetworkPolicy + RBAC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6012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NetworkPolicy: deny-all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37490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5448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networking.k8s.io/v1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NetworkPolicy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deny-all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devsecops-demo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policyTypes: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Ingress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Egress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960120"/>
            <a:ext cx="374904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96012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DNS Egress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1463040"/>
            <a:ext cx="37490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55448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policyTypes: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Egress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egress: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port: 53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protocol: UDP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port: 53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protocol: TCP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2440" y="960120"/>
            <a:ext cx="39319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960120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minimo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463040"/>
            <a:ext cx="393192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5544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sa webapp-sa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devsecops-demo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role webapp-role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--verb=get,list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--resource=pods,configmaps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devsecops-demo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rolebinding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webapp-binding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--role=webapp-role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--serviceaccount=\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devsecops-demo:webapp-sa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devsecops-demo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5303520"/>
            <a:ext cx="11704320" cy="594360"/>
          </a:xfrm>
          <a:prstGeom prst="roundRect">
            <a:avLst>
              <a:gd name="adj" fmla="val 15385"/>
            </a:avLst>
          </a:prstGeom>
          <a:solidFill>
            <a:srgbClr val="1A2F47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3035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Principio de Minimo Privilegio — solo el acceso estrictamente necesario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— Falco detecta comportamiento sospechoso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Falco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576072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add falcosecurity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https://falcosecurity.github.io/charts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falco falcosecurity/falco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--namespace falco --create-namespace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driver.kind=modern_ebpf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--wait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alertas en tiempo real: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-n falco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-l app.kubernetes.io/name=falco -f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ataque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66928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1732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POD=$(kubectl get pod -n devsecops-demo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-l app=webapp-segura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jsonpath='{.items[0].metadata.name}')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-it $POD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devsecops-demo -- 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Dentro del pod: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/etc/passwd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-name "*.key" 2&gt;/dev/null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4754880"/>
            <a:ext cx="11704320" cy="1051560"/>
          </a:xfrm>
          <a:prstGeom prst="rect">
            <a:avLst/>
          </a:prstGeom>
          <a:solidFill>
            <a:srgbClr val="2D0A0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0060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ALERTA FALCO:  Warning: Terminal shell in container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(user=root container=webapp image=nginx-unprivileged)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Sensitive file opened by untrusted program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Verificar en Grafana y Loki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82880"/>
            <a:ext cx="37490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82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http://192.168.109.200:30093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374904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96012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— App Logs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374904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{namespace=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"devsecops-demo"}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|= "error"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960120"/>
            <a:ext cx="37490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96012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— Falco Alerts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1463040"/>
            <a:ext cx="374904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{namespace="falco"}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|= "Warning"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line_format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"{{.output}}"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2440" y="960120"/>
            <a:ext cx="393192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960120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1463040"/>
            <a:ext cx="393192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container_memory_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usage_bytes{namespace=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"devsecops-demo"}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kube_pod_status_phase{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"devsecops-demo"}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4983480"/>
            <a:ext cx="11704320" cy="685800"/>
          </a:xfrm>
          <a:prstGeom prst="roundRect">
            <a:avLst>
              <a:gd name="adj" fmla="val 13333"/>
            </a:avLst>
          </a:prstGeom>
          <a:solidFill>
            <a:srgbClr val="1A2F4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9834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Grafana: Explore → seleccionar datasource (Loki / Prometheus) → pegar query → Run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Checkpoint — ¿Qué aprendimos?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05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PLAN — Identificamos 6 malas practicas en el YAML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8308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CODE — Revisamos imagen base y configuracion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5603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56032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BUILD — Trivy: nginx:1.25 tiene CVEs, unprivileged 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3756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33756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3375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 — PSA bloqueo el pod privilegiado automaticamente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0584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005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RELEASE — Desplegamos con SecurityContext correcto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78308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 — NetworkPolicy deny-all + RBAC minimo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5603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56032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OPERATE — Falco detecto el shell sospechoso en tiempo real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33756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337560"/>
            <a:ext cx="7315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3375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MONITOR — Loki y Grafana centralizan logs y alertas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5486400"/>
            <a:ext cx="11704320" cy="640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4864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DevSecOps no es mas lento — es mas confiable y auditable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— DevSecOps con Ansible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182880"/>
            <a:ext cx="2286000" cy="5486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82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54864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6304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inventory.ini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site.yml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devsecops-setup/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tasks/main.yml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files/app-segura.yaml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trivy-scan/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tasks/main.yml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falco-install/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tasks/main.yml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chaos-attack/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tasks/main.yml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960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5943600" cy="4572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0:00-0:10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371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playbooks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883664"/>
            <a:ext cx="59436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8836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0:10-0:25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8836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ansible-playbook site.yml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395728"/>
            <a:ext cx="5943600" cy="4572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395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0:25-0:35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Trivy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907792"/>
            <a:ext cx="59436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907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0:35-0:50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en accion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419856"/>
            <a:ext cx="5943600" cy="4572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419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0:50-1:05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4198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chaos-attack + Falco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931920"/>
            <a:ext cx="59436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1:05-1:30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Loki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4443984"/>
            <a:ext cx="5943600" cy="4572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4439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1:30-1:50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4443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modifican playbook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4956048"/>
            <a:ext cx="59436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956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1:50-2:00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4956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Discusion y limpieza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Orquestando el laboratorio completo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inventory.ini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576072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5577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[masters]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k8s-master01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ansible_host=192.168.109.200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ansible_user=root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[workers]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k8s-worker01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ansible_host=192.168.109.201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ansible_user=root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k8s-worker02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ansible_host=192.168.109.202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ansible_user=root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site.yml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66928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173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DevSecOps Demo — Setup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masters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yes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devsecops-setup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trivy-scan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falco-install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DevSecOps Demo — Ataque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masters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yes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chaos-attack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5074920"/>
            <a:ext cx="117043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166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-i inventory.ini site.yml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5102352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-i inventory.ini site.yml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Ansible — Automatizacion de cada etapa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56692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60120"/>
            <a:ext cx="5522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trivy-scan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99032"/>
            <a:ext cx="5669280" cy="22128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9047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Escanear imagen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trivy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--severity CRITICAL,HIGH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--format json nginx:1.25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scan_result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Mostrar CVEs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"CVEs encontrados: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{{ scan_result.stdout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from_json }}"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56692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960120"/>
            <a:ext cx="5522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falco-install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99032"/>
            <a:ext cx="5669280" cy="22128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9047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Instalar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helm upgrade --install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falcosecurity/falco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--namespace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--create-namespace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--set driver.kind=modern_ebpf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--wait --timeout 3m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794760"/>
            <a:ext cx="5669280" cy="4114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3794760"/>
            <a:ext cx="5522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chaos-attack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4233672"/>
            <a:ext cx="5669280" cy="22128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32511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Ejecutar cmd sospechoso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kubectl exec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-n devsecops-demo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{{ pod_name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sh -c "cat /etc/passwd"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ignore_errors: yes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Ver alertas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kubectl logs -n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-l app.kubernetes.io/name=falco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--tail=20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794760"/>
            <a:ext cx="56692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794760"/>
            <a:ext cx="5522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devsecops-setup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233672"/>
            <a:ext cx="5669280" cy="22128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32511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Esperar pods Running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kubernetes.core.k8s_info: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Pod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namespace: devsecops-demo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pods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until: pods.resources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selectattr('status.phase',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'equalto','Running')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 | length &gt;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retries: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delay: 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vs Ejercicio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3657600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6012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960120"/>
            <a:ext cx="3840480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960120"/>
            <a:ext cx="3694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(90 min)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960120"/>
            <a:ext cx="3931920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960120"/>
            <a:ext cx="3785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(2 hrs)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508760"/>
            <a:ext cx="365760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508760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508760"/>
            <a:ext cx="384048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508760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cada etapa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508760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proceso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084832"/>
            <a:ext cx="365760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084832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extra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2084832"/>
            <a:ext cx="384048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2084832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2084832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2084832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660904"/>
            <a:ext cx="365760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660904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2660904"/>
            <a:ext cx="384048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2660904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paso a paso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92440" y="2660904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5592" y="2660904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ansible-playbook site.yml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236976"/>
            <a:ext cx="365760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236976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Repetibilidad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69080" y="3236976"/>
            <a:ext cx="384048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3236976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cada vez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3236976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3236976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813048"/>
            <a:ext cx="365760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813048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69080" y="3813048"/>
            <a:ext cx="384048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3813048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YAML directamente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2440" y="3813048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3813048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el playbook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4389120"/>
            <a:ext cx="365760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4389120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alumno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69080" y="4389120"/>
            <a:ext cx="384048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4389120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nivel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92440" y="4389120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5592" y="4389120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Linux + YAML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4965192"/>
            <a:ext cx="365760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4965192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69080" y="4965192"/>
            <a:ext cx="3840480" cy="530352"/>
          </a:xfrm>
          <a:prstGeom prst="rect">
            <a:avLst/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42232" y="4965192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"Entendi DevSecOps"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92440" y="4965192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65592" y="4965192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"Puedo replicar en mi empresa"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8600" y="5541264"/>
            <a:ext cx="365760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5541264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069080" y="5541264"/>
            <a:ext cx="3840480" cy="5303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42232" y="5541264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CKS (parcial)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92440" y="5541264"/>
            <a:ext cx="3931920" cy="530352"/>
          </a:xfrm>
          <a:prstGeom prst="rect">
            <a:avLst/>
          </a:prstGeom>
          <a:solidFill>
            <a:srgbClr val="0F2B1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65592" y="5541264"/>
            <a:ext cx="3785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CKS + Ansible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1430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del entorno: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548640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Eliminar namespace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namespace devsecops-demo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Desinstalar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uninstall falco -n falco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namespace falco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Ansible: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 inventory.ini cleanup.yml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96012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960120"/>
            <a:ext cx="91440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Shift Left: detectar en BUILD es 100x mas barato que en produccion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764792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764792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810512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PSA es tu primera linea de defensa nativa en K8s 1.25+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569464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569464"/>
            <a:ext cx="91440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15184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Trivy en 30 segundos revela si tu imagen es segura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374136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374136"/>
            <a:ext cx="9144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419856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Falco ve lo que ocurre dentro del pod en tiempo real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4178808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A2F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4178808"/>
            <a:ext cx="9144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224528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Ansible hace el ciclo DevSecOps repetible y auditable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989320"/>
            <a:ext cx="12192000" cy="868680"/>
          </a:xfrm>
          <a:prstGeom prst="rect">
            <a:avLst/>
          </a:prstGeom>
          <a:solidFill>
            <a:srgbClr val="0A2820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6035040"/>
            <a:ext cx="1179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modulo: Seguridad Cloud-Native avanzada — Vault + External Secrets + supply chain security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2026-03-20T21:17:22Z</dcterms:created>
  <dcterms:modified xsi:type="dcterms:W3CDTF">2026-03-20T21:17:22Z</dcterms:modified>
</cp:coreProperties>
</file>